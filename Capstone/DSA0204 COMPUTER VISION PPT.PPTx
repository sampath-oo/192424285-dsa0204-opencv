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91" r:id="rId2"/>
    <p:sldId id="273" r:id="rId3"/>
    <p:sldId id="312" r:id="rId4"/>
    <p:sldId id="303" r:id="rId5"/>
    <p:sldId id="292" r:id="rId6"/>
    <p:sldId id="311" r:id="rId7"/>
    <p:sldId id="260" r:id="rId8"/>
    <p:sldId id="261" r:id="rId9"/>
    <p:sldId id="315" r:id="rId10"/>
    <p:sldId id="318" r:id="rId11"/>
    <p:sldId id="319" r:id="rId12"/>
    <p:sldId id="317" r:id="rId13"/>
    <p:sldId id="320" r:id="rId14"/>
    <p:sldId id="305" r:id="rId15"/>
    <p:sldId id="294" r:id="rId16"/>
    <p:sldId id="264" r:id="rId17"/>
    <p:sldId id="316" r:id="rId18"/>
    <p:sldId id="308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VARSHITHA VEERAMACHANENI" userId="781f9b6b12c6d1f7" providerId="LiveId" clId="{B180296E-291D-4D54-958B-9416DA5B563B}"/>
    <pc:docChg chg="undo custSel addSld delSld modSld sldOrd">
      <pc:chgData name="SAI VARSHITHA VEERAMACHANENI" userId="781f9b6b12c6d1f7" providerId="LiveId" clId="{B180296E-291D-4D54-958B-9416DA5B563B}" dt="2026-07-29T04:50:00.904" v="213" actId="14100"/>
      <pc:docMkLst>
        <pc:docMk/>
      </pc:docMkLst>
      <pc:sldChg chg="addSp delSp modSp mod">
        <pc:chgData name="SAI VARSHITHA VEERAMACHANENI" userId="781f9b6b12c6d1f7" providerId="LiveId" clId="{B180296E-291D-4D54-958B-9416DA5B563B}" dt="2026-07-29T04:14:02.253" v="67" actId="2711"/>
        <pc:sldMkLst>
          <pc:docMk/>
          <pc:sldMk cId="0" sldId="260"/>
        </pc:sldMkLst>
        <pc:spChg chg="del mod">
          <ac:chgData name="SAI VARSHITHA VEERAMACHANENI" userId="781f9b6b12c6d1f7" providerId="LiveId" clId="{B180296E-291D-4D54-958B-9416DA5B563B}" dt="2026-07-29T04:13:24.288" v="62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SAI VARSHITHA VEERAMACHANENI" userId="781f9b6b12c6d1f7" providerId="LiveId" clId="{B180296E-291D-4D54-958B-9416DA5B563B}" dt="2026-07-29T04:14:02.253" v="67" actId="2711"/>
          <ac:spMkLst>
            <pc:docMk/>
            <pc:sldMk cId="0" sldId="260"/>
            <ac:spMk id="4" creationId="{4AF9CF05-66AF-F013-7A88-B093C60ED907}"/>
          </ac:spMkLst>
        </pc:spChg>
        <pc:spChg chg="mod">
          <ac:chgData name="SAI VARSHITHA VEERAMACHANENI" userId="781f9b6b12c6d1f7" providerId="LiveId" clId="{B180296E-291D-4D54-958B-9416DA5B563B}" dt="2026-07-29T04:13:04.810" v="57"/>
          <ac:spMkLst>
            <pc:docMk/>
            <pc:sldMk cId="0" sldId="260"/>
            <ac:spMk id="128" creationId="{00000000-0000-0000-0000-000000000000}"/>
          </ac:spMkLst>
        </pc:spChg>
        <pc:picChg chg="del">
          <ac:chgData name="SAI VARSHITHA VEERAMACHANENI" userId="781f9b6b12c6d1f7" providerId="LiveId" clId="{B180296E-291D-4D54-958B-9416DA5B563B}" dt="2026-07-29T04:13:08.982" v="58" actId="478"/>
          <ac:picMkLst>
            <pc:docMk/>
            <pc:sldMk cId="0" sldId="260"/>
            <ac:picMk id="7" creationId="{00000000-0000-0000-0000-000000000000}"/>
          </ac:picMkLst>
        </pc:picChg>
      </pc:sldChg>
      <pc:sldChg chg="addSp delSp modSp mod">
        <pc:chgData name="SAI VARSHITHA VEERAMACHANENI" userId="781f9b6b12c6d1f7" providerId="LiveId" clId="{B180296E-291D-4D54-958B-9416DA5B563B}" dt="2026-07-29T04:16:08.330" v="89"/>
        <pc:sldMkLst>
          <pc:docMk/>
          <pc:sldMk cId="0" sldId="261"/>
        </pc:sldMkLst>
        <pc:spChg chg="del mod">
          <ac:chgData name="SAI VARSHITHA VEERAMACHANENI" userId="781f9b6b12c6d1f7" providerId="LiveId" clId="{B180296E-291D-4D54-958B-9416DA5B563B}" dt="2026-07-29T04:14:22.001" v="71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SAI VARSHITHA VEERAMACHANENI" userId="781f9b6b12c6d1f7" providerId="LiveId" clId="{B180296E-291D-4D54-958B-9416DA5B563B}" dt="2026-07-29T04:14:41.294" v="76" actId="1076"/>
          <ac:spMkLst>
            <pc:docMk/>
            <pc:sldMk cId="0" sldId="261"/>
            <ac:spMk id="4" creationId="{36B9B7F9-2E2B-45DB-6516-DBCC1CC4C28D}"/>
          </ac:spMkLst>
        </pc:spChg>
        <pc:spChg chg="mod">
          <ac:chgData name="SAI VARSHITHA VEERAMACHANENI" userId="781f9b6b12c6d1f7" providerId="LiveId" clId="{B180296E-291D-4D54-958B-9416DA5B563B}" dt="2026-07-29T04:16:08.330" v="89"/>
          <ac:spMkLst>
            <pc:docMk/>
            <pc:sldMk cId="0" sldId="261"/>
            <ac:spMk id="137" creationId="{00000000-0000-0000-0000-000000000000}"/>
          </ac:spMkLst>
        </pc:spChg>
        <pc:picChg chg="del">
          <ac:chgData name="SAI VARSHITHA VEERAMACHANENI" userId="781f9b6b12c6d1f7" providerId="LiveId" clId="{B180296E-291D-4D54-958B-9416DA5B563B}" dt="2026-07-29T04:14:06.711" v="68" actId="478"/>
          <ac:picMkLst>
            <pc:docMk/>
            <pc:sldMk cId="0" sldId="261"/>
            <ac:picMk id="6" creationId="{00000000-0000-0000-0000-000000000000}"/>
          </ac:picMkLst>
        </pc:picChg>
      </pc:sldChg>
      <pc:sldChg chg="modSp mod">
        <pc:chgData name="SAI VARSHITHA VEERAMACHANENI" userId="781f9b6b12c6d1f7" providerId="LiveId" clId="{B180296E-291D-4D54-958B-9416DA5B563B}" dt="2026-07-29T04:06:06.409" v="12" actId="12"/>
        <pc:sldMkLst>
          <pc:docMk/>
          <pc:sldMk cId="0" sldId="273"/>
        </pc:sldMkLst>
        <pc:spChg chg="mod">
          <ac:chgData name="SAI VARSHITHA VEERAMACHANENI" userId="781f9b6b12c6d1f7" providerId="LiveId" clId="{B180296E-291D-4D54-958B-9416DA5B563B}" dt="2026-07-29T04:06:06.409" v="12" actId="12"/>
          <ac:spMkLst>
            <pc:docMk/>
            <pc:sldMk cId="0" sldId="273"/>
            <ac:spMk id="7" creationId="{00000000-0000-0000-0000-000000000000}"/>
          </ac:spMkLst>
        </pc:spChg>
      </pc:sldChg>
      <pc:sldChg chg="modSp mod">
        <pc:chgData name="SAI VARSHITHA VEERAMACHANENI" userId="781f9b6b12c6d1f7" providerId="LiveId" clId="{B180296E-291D-4D54-958B-9416DA5B563B}" dt="2026-07-29T04:12:25.641" v="53" actId="1076"/>
        <pc:sldMkLst>
          <pc:docMk/>
          <pc:sldMk cId="0" sldId="292"/>
        </pc:sldMkLst>
        <pc:spChg chg="mod">
          <ac:chgData name="SAI VARSHITHA VEERAMACHANENI" userId="781f9b6b12c6d1f7" providerId="LiveId" clId="{B180296E-291D-4D54-958B-9416DA5B563B}" dt="2026-07-29T04:12:19.650" v="52" actId="1076"/>
          <ac:spMkLst>
            <pc:docMk/>
            <pc:sldMk cId="0" sldId="292"/>
            <ac:spMk id="7" creationId="{00000000-0000-0000-0000-000000000000}"/>
          </ac:spMkLst>
        </pc:spChg>
        <pc:picChg chg="mod">
          <ac:chgData name="SAI VARSHITHA VEERAMACHANENI" userId="781f9b6b12c6d1f7" providerId="LiveId" clId="{B180296E-291D-4D54-958B-9416DA5B563B}" dt="2026-07-29T04:12:25.641" v="53" actId="1076"/>
          <ac:picMkLst>
            <pc:docMk/>
            <pc:sldMk cId="0" sldId="292"/>
            <ac:picMk id="5" creationId="{00000000-0000-0000-0000-000000000000}"/>
          </ac:picMkLst>
        </pc:picChg>
      </pc:sldChg>
      <pc:sldChg chg="modSp mod">
        <pc:chgData name="SAI VARSHITHA VEERAMACHANENI" userId="781f9b6b12c6d1f7" providerId="LiveId" clId="{B180296E-291D-4D54-958B-9416DA5B563B}" dt="2026-07-29T04:11:43.355" v="45" actId="1076"/>
        <pc:sldMkLst>
          <pc:docMk/>
          <pc:sldMk cId="0" sldId="303"/>
        </pc:sldMkLst>
        <pc:spChg chg="mod">
          <ac:chgData name="SAI VARSHITHA VEERAMACHANENI" userId="781f9b6b12c6d1f7" providerId="LiveId" clId="{B180296E-291D-4D54-958B-9416DA5B563B}" dt="2026-07-29T04:11:43.355" v="45" actId="1076"/>
          <ac:spMkLst>
            <pc:docMk/>
            <pc:sldMk cId="0" sldId="303"/>
            <ac:spMk id="3" creationId="{00000000-0000-0000-0000-000000000000}"/>
          </ac:spMkLst>
        </pc:spChg>
      </pc:sldChg>
      <pc:sldChg chg="addSp delSp modSp mod">
        <pc:chgData name="SAI VARSHITHA VEERAMACHANENI" userId="781f9b6b12c6d1f7" providerId="LiveId" clId="{B180296E-291D-4D54-958B-9416DA5B563B}" dt="2026-07-29T04:20:57.303" v="166" actId="1076"/>
        <pc:sldMkLst>
          <pc:docMk/>
          <pc:sldMk cId="0" sldId="305"/>
        </pc:sldMkLst>
        <pc:spChg chg="del mod">
          <ac:chgData name="SAI VARSHITHA VEERAMACHANENI" userId="781f9b6b12c6d1f7" providerId="LiveId" clId="{B180296E-291D-4D54-958B-9416DA5B563B}" dt="2026-07-29T04:20:24.048" v="159"/>
          <ac:spMkLst>
            <pc:docMk/>
            <pc:sldMk cId="0" sldId="305"/>
            <ac:spMk id="3" creationId="{00000000-0000-0000-0000-000000000000}"/>
          </ac:spMkLst>
        </pc:spChg>
        <pc:spChg chg="add mod">
          <ac:chgData name="SAI VARSHITHA VEERAMACHANENI" userId="781f9b6b12c6d1f7" providerId="LiveId" clId="{B180296E-291D-4D54-958B-9416DA5B563B}" dt="2026-07-29T04:20:57.303" v="166" actId="1076"/>
          <ac:spMkLst>
            <pc:docMk/>
            <pc:sldMk cId="0" sldId="305"/>
            <ac:spMk id="4" creationId="{834F1138-3177-1E0D-FF14-7F2B6AC84C20}"/>
          </ac:spMkLst>
        </pc:spChg>
      </pc:sldChg>
      <pc:sldChg chg="addSp delSp modSp mod">
        <pc:chgData name="SAI VARSHITHA VEERAMACHANENI" userId="781f9b6b12c6d1f7" providerId="LiveId" clId="{B180296E-291D-4D54-958B-9416DA5B563B}" dt="2026-07-29T04:50:00.904" v="213" actId="14100"/>
        <pc:sldMkLst>
          <pc:docMk/>
          <pc:sldMk cId="0" sldId="312"/>
        </pc:sldMkLst>
        <pc:spChg chg="add del">
          <ac:chgData name="SAI VARSHITHA VEERAMACHANENI" userId="781f9b6b12c6d1f7" providerId="LiveId" clId="{B180296E-291D-4D54-958B-9416DA5B563B}" dt="2026-07-29T04:47:50.808" v="197" actId="478"/>
          <ac:spMkLst>
            <pc:docMk/>
            <pc:sldMk cId="0" sldId="312"/>
            <ac:spMk id="2" creationId="{00000000-0000-0000-0000-000000000000}"/>
          </ac:spMkLst>
        </pc:spChg>
        <pc:spChg chg="add del mod">
          <ac:chgData name="SAI VARSHITHA VEERAMACHANENI" userId="781f9b6b12c6d1f7" providerId="LiveId" clId="{B180296E-291D-4D54-958B-9416DA5B563B}" dt="2026-07-29T04:47:50.808" v="197" actId="478"/>
          <ac:spMkLst>
            <pc:docMk/>
            <pc:sldMk cId="0" sldId="312"/>
            <ac:spMk id="8" creationId="{B9908CA5-6779-8FE9-7EF0-500D806A86CC}"/>
          </ac:spMkLst>
        </pc:spChg>
        <pc:graphicFrameChg chg="add del mod modGraphic">
          <ac:chgData name="SAI VARSHITHA VEERAMACHANENI" userId="781f9b6b12c6d1f7" providerId="LiveId" clId="{B180296E-291D-4D54-958B-9416DA5B563B}" dt="2026-07-29T04:07:23.401" v="26" actId="3680"/>
          <ac:graphicFrameMkLst>
            <pc:docMk/>
            <pc:sldMk cId="0" sldId="312"/>
            <ac:graphicFrameMk id="3" creationId="{ECEAB967-B207-41E0-F2CA-7C2361EC7166}"/>
          </ac:graphicFrameMkLst>
        </pc:graphicFrameChg>
        <pc:graphicFrameChg chg="add del mod modGraphic">
          <ac:chgData name="SAI VARSHITHA VEERAMACHANENI" userId="781f9b6b12c6d1f7" providerId="LiveId" clId="{B180296E-291D-4D54-958B-9416DA5B563B}" dt="2026-07-29T04:47:59.405" v="198" actId="478"/>
          <ac:graphicFrameMkLst>
            <pc:docMk/>
            <pc:sldMk cId="0" sldId="312"/>
            <ac:graphicFrameMk id="7" creationId="{00000000-0000-0000-0000-000000000000}"/>
          </ac:graphicFrameMkLst>
        </pc:graphicFrameChg>
        <pc:graphicFrameChg chg="add mod modGraphic">
          <ac:chgData name="SAI VARSHITHA VEERAMACHANENI" userId="781f9b6b12c6d1f7" providerId="LiveId" clId="{B180296E-291D-4D54-958B-9416DA5B563B}" dt="2026-07-29T04:50:00.904" v="213" actId="14100"/>
          <ac:graphicFrameMkLst>
            <pc:docMk/>
            <pc:sldMk cId="0" sldId="312"/>
            <ac:graphicFrameMk id="9" creationId="{3136E2F1-3740-DF80-4BD5-AA275A9E9CDA}"/>
          </ac:graphicFrameMkLst>
        </pc:graphicFrameChg>
        <pc:picChg chg="add del">
          <ac:chgData name="SAI VARSHITHA VEERAMACHANENI" userId="781f9b6b12c6d1f7" providerId="LiveId" clId="{B180296E-291D-4D54-958B-9416DA5B563B}" dt="2026-07-29T04:47:50.808" v="197" actId="478"/>
          <ac:picMkLst>
            <pc:docMk/>
            <pc:sldMk cId="0" sldId="312"/>
            <ac:picMk id="4" creationId="{00000000-0000-0000-0000-000000000000}"/>
          </ac:picMkLst>
        </pc:picChg>
        <pc:picChg chg="add del">
          <ac:chgData name="SAI VARSHITHA VEERAMACHANENI" userId="781f9b6b12c6d1f7" providerId="LiveId" clId="{B180296E-291D-4D54-958B-9416DA5B563B}" dt="2026-07-29T04:47:50.808" v="197" actId="478"/>
          <ac:picMkLst>
            <pc:docMk/>
            <pc:sldMk cId="0" sldId="312"/>
            <ac:picMk id="5" creationId="{00000000-0000-0000-0000-000000000000}"/>
          </ac:picMkLst>
        </pc:picChg>
      </pc:sldChg>
      <pc:sldChg chg="addSp delSp modSp mod">
        <pc:chgData name="SAI VARSHITHA VEERAMACHANENI" userId="781f9b6b12c6d1f7" providerId="LiveId" clId="{B180296E-291D-4D54-958B-9416DA5B563B}" dt="2026-07-29T04:16:45.934" v="93"/>
        <pc:sldMkLst>
          <pc:docMk/>
          <pc:sldMk cId="0" sldId="315"/>
        </pc:sldMkLst>
        <pc:spChg chg="add mod">
          <ac:chgData name="SAI VARSHITHA VEERAMACHANENI" userId="781f9b6b12c6d1f7" providerId="LiveId" clId="{B180296E-291D-4D54-958B-9416DA5B563B}" dt="2026-07-29T04:15:21.215" v="85" actId="1076"/>
          <ac:spMkLst>
            <pc:docMk/>
            <pc:sldMk cId="0" sldId="315"/>
            <ac:spMk id="3" creationId="{A4301051-8D55-F8F2-A4D7-59E070ABEF55}"/>
          </ac:spMkLst>
        </pc:spChg>
        <pc:spChg chg="del mod">
          <ac:chgData name="SAI VARSHITHA VEERAMACHANENI" userId="781f9b6b12c6d1f7" providerId="LiveId" clId="{B180296E-291D-4D54-958B-9416DA5B563B}" dt="2026-07-29T04:14:48.294" v="80"/>
          <ac:spMkLst>
            <pc:docMk/>
            <pc:sldMk cId="0" sldId="315"/>
            <ac:spMk id="4" creationId="{00000000-0000-0000-0000-000000000000}"/>
          </ac:spMkLst>
        </pc:spChg>
        <pc:spChg chg="mod">
          <ac:chgData name="SAI VARSHITHA VEERAMACHANENI" userId="781f9b6b12c6d1f7" providerId="LiveId" clId="{B180296E-291D-4D54-958B-9416DA5B563B}" dt="2026-07-29T04:16:45.934" v="93"/>
          <ac:spMkLst>
            <pc:docMk/>
            <pc:sldMk cId="0" sldId="315"/>
            <ac:spMk id="137" creationId="{00000000-0000-0000-0000-000000000000}"/>
          </ac:spMkLst>
        </pc:spChg>
        <pc:picChg chg="del">
          <ac:chgData name="SAI VARSHITHA VEERAMACHANENI" userId="781f9b6b12c6d1f7" providerId="LiveId" clId="{B180296E-291D-4D54-958B-9416DA5B563B}" dt="2026-07-29T04:14:48.292" v="78" actId="478"/>
          <ac:picMkLst>
            <pc:docMk/>
            <pc:sldMk cId="0" sldId="315"/>
            <ac:picMk id="9" creationId="{00000000-0000-0000-0000-000000000000}"/>
          </ac:picMkLst>
        </pc:picChg>
      </pc:sldChg>
      <pc:sldChg chg="delSp modSp add del mod">
        <pc:chgData name="SAI VARSHITHA VEERAMACHANENI" userId="781f9b6b12c6d1f7" providerId="LiveId" clId="{B180296E-291D-4D54-958B-9416DA5B563B}" dt="2026-07-29T04:17:56.481" v="108"/>
        <pc:sldMkLst>
          <pc:docMk/>
          <pc:sldMk cId="1780271656" sldId="317"/>
        </pc:sldMkLst>
        <pc:spChg chg="del mod">
          <ac:chgData name="SAI VARSHITHA VEERAMACHANENI" userId="781f9b6b12c6d1f7" providerId="LiveId" clId="{B180296E-291D-4D54-958B-9416DA5B563B}" dt="2026-07-29T04:17:56.481" v="108"/>
          <ac:spMkLst>
            <pc:docMk/>
            <pc:sldMk cId="1780271656" sldId="317"/>
            <ac:spMk id="3" creationId="{A4301051-8D55-F8F2-A4D7-59E070ABEF55}"/>
          </ac:spMkLst>
        </pc:spChg>
        <pc:spChg chg="mod">
          <ac:chgData name="SAI VARSHITHA VEERAMACHANENI" userId="781f9b6b12c6d1f7" providerId="LiveId" clId="{B180296E-291D-4D54-958B-9416DA5B563B}" dt="2026-07-29T04:17:44.877" v="105" actId="14100"/>
          <ac:spMkLst>
            <pc:docMk/>
            <pc:sldMk cId="1780271656" sldId="317"/>
            <ac:spMk id="137" creationId="{00000000-0000-0000-0000-000000000000}"/>
          </ac:spMkLst>
        </pc:spChg>
      </pc:sldChg>
      <pc:sldChg chg="addSp delSp modSp add mod ord">
        <pc:chgData name="SAI VARSHITHA VEERAMACHANENI" userId="781f9b6b12c6d1f7" providerId="LiveId" clId="{B180296E-291D-4D54-958B-9416DA5B563B}" dt="2026-07-29T04:41:51.283" v="195" actId="1076"/>
        <pc:sldMkLst>
          <pc:docMk/>
          <pc:sldMk cId="705043120" sldId="318"/>
        </pc:sldMkLst>
        <pc:spChg chg="add del">
          <ac:chgData name="SAI VARSHITHA VEERAMACHANENI" userId="781f9b6b12c6d1f7" providerId="LiveId" clId="{B180296E-291D-4D54-958B-9416DA5B563B}" dt="2026-07-29T04:40:34.483" v="181" actId="478"/>
          <ac:spMkLst>
            <pc:docMk/>
            <pc:sldMk cId="705043120" sldId="318"/>
            <ac:spMk id="2" creationId="{27E359AD-BC00-62ED-CB6F-1DFE84950D06}"/>
          </ac:spMkLst>
        </pc:spChg>
        <pc:spChg chg="add del mod">
          <ac:chgData name="SAI VARSHITHA VEERAMACHANENI" userId="781f9b6b12c6d1f7" providerId="LiveId" clId="{B180296E-291D-4D54-958B-9416DA5B563B}" dt="2026-07-29T04:40:44.968" v="183" actId="478"/>
          <ac:spMkLst>
            <pc:docMk/>
            <pc:sldMk cId="705043120" sldId="318"/>
            <ac:spMk id="3" creationId="{05C0DDC7-444D-BA17-6EBE-F6A902975DDE}"/>
          </ac:spMkLst>
        </pc:spChg>
        <pc:spChg chg="add mod">
          <ac:chgData name="SAI VARSHITHA VEERAMACHANENI" userId="781f9b6b12c6d1f7" providerId="LiveId" clId="{B180296E-291D-4D54-958B-9416DA5B563B}" dt="2026-07-29T04:40:32.798" v="180" actId="478"/>
          <ac:spMkLst>
            <pc:docMk/>
            <pc:sldMk cId="705043120" sldId="318"/>
            <ac:spMk id="4" creationId="{530F64C3-E2FA-3D9D-FEAC-486888AE61EF}"/>
          </ac:spMkLst>
        </pc:spChg>
        <pc:spChg chg="add del mod">
          <ac:chgData name="SAI VARSHITHA VEERAMACHANENI" userId="781f9b6b12c6d1f7" providerId="LiveId" clId="{B180296E-291D-4D54-958B-9416DA5B563B}" dt="2026-07-29T04:40:44.968" v="183" actId="478"/>
          <ac:spMkLst>
            <pc:docMk/>
            <pc:sldMk cId="705043120" sldId="318"/>
            <ac:spMk id="5" creationId="{8FAC4843-31CD-BB3C-F613-96351749F7FB}"/>
          </ac:spMkLst>
        </pc:spChg>
        <pc:spChg chg="add del mod">
          <ac:chgData name="SAI VARSHITHA VEERAMACHANENI" userId="781f9b6b12c6d1f7" providerId="LiveId" clId="{B180296E-291D-4D54-958B-9416DA5B563B}" dt="2026-07-29T04:40:34.483" v="181" actId="478"/>
          <ac:spMkLst>
            <pc:docMk/>
            <pc:sldMk cId="705043120" sldId="318"/>
            <ac:spMk id="137" creationId="{00000000-0000-0000-0000-000000000000}"/>
          </ac:spMkLst>
        </pc:spChg>
        <pc:picChg chg="add mod">
          <ac:chgData name="SAI VARSHITHA VEERAMACHANENI" userId="781f9b6b12c6d1f7" providerId="LiveId" clId="{B180296E-291D-4D54-958B-9416DA5B563B}" dt="2026-07-29T04:41:51.283" v="195" actId="1076"/>
          <ac:picMkLst>
            <pc:docMk/>
            <pc:sldMk cId="705043120" sldId="318"/>
            <ac:picMk id="6" creationId="{47A47DE5-C1A8-2777-5BC2-1C95253B462C}"/>
          </ac:picMkLst>
        </pc:picChg>
        <pc:picChg chg="add del">
          <ac:chgData name="SAI VARSHITHA VEERAMACHANENI" userId="781f9b6b12c6d1f7" providerId="LiveId" clId="{B180296E-291D-4D54-958B-9416DA5B563B}" dt="2026-07-29T04:40:34.483" v="181" actId="478"/>
          <ac:picMkLst>
            <pc:docMk/>
            <pc:sldMk cId="705043120" sldId="318"/>
            <ac:picMk id="139" creationId="{00000000-0000-0000-0000-000000000000}"/>
          </ac:picMkLst>
        </pc:picChg>
        <pc:picChg chg="add del">
          <ac:chgData name="SAI VARSHITHA VEERAMACHANENI" userId="781f9b6b12c6d1f7" providerId="LiveId" clId="{B180296E-291D-4D54-958B-9416DA5B563B}" dt="2026-07-29T04:40:34.483" v="181" actId="478"/>
          <ac:picMkLst>
            <pc:docMk/>
            <pc:sldMk cId="705043120" sldId="318"/>
            <ac:picMk id="140" creationId="{00000000-0000-0000-0000-000000000000}"/>
          </ac:picMkLst>
        </pc:picChg>
      </pc:sldChg>
      <pc:sldChg chg="addSp modSp add mod">
        <pc:chgData name="SAI VARSHITHA VEERAMACHANENI" userId="781f9b6b12c6d1f7" providerId="LiveId" clId="{B180296E-291D-4D54-958B-9416DA5B563B}" dt="2026-07-29T04:21:29.805" v="170" actId="1076"/>
        <pc:sldMkLst>
          <pc:docMk/>
          <pc:sldMk cId="2274043474" sldId="319"/>
        </pc:sldMkLst>
        <pc:spChg chg="add mod">
          <ac:chgData name="SAI VARSHITHA VEERAMACHANENI" userId="781f9b6b12c6d1f7" providerId="LiveId" clId="{B180296E-291D-4D54-958B-9416DA5B563B}" dt="2026-07-29T04:21:29.805" v="170" actId="1076"/>
          <ac:spMkLst>
            <pc:docMk/>
            <pc:sldMk cId="2274043474" sldId="319"/>
            <ac:spMk id="3" creationId="{42BFAD6E-A433-B5C5-09A1-D05F6116C98D}"/>
          </ac:spMkLst>
        </pc:spChg>
        <pc:spChg chg="mod">
          <ac:chgData name="SAI VARSHITHA VEERAMACHANENI" userId="781f9b6b12c6d1f7" providerId="LiveId" clId="{B180296E-291D-4D54-958B-9416DA5B563B}" dt="2026-07-29T04:18:36.846" v="144" actId="20577"/>
          <ac:spMkLst>
            <pc:docMk/>
            <pc:sldMk cId="2274043474" sldId="319"/>
            <ac:spMk id="137" creationId="{00000000-0000-0000-0000-000000000000}"/>
          </ac:spMkLst>
        </pc:spChg>
      </pc:sldChg>
      <pc:sldChg chg="addSp modSp add mod">
        <pc:chgData name="SAI VARSHITHA VEERAMACHANENI" userId="781f9b6b12c6d1f7" providerId="LiveId" clId="{B180296E-291D-4D54-958B-9416DA5B563B}" dt="2026-07-29T04:22:13.225" v="177" actId="12"/>
        <pc:sldMkLst>
          <pc:docMk/>
          <pc:sldMk cId="33216665" sldId="320"/>
        </pc:sldMkLst>
        <pc:spChg chg="add mod">
          <ac:chgData name="SAI VARSHITHA VEERAMACHANENI" userId="781f9b6b12c6d1f7" providerId="LiveId" clId="{B180296E-291D-4D54-958B-9416DA5B563B}" dt="2026-07-29T04:22:13.225" v="177" actId="12"/>
          <ac:spMkLst>
            <pc:docMk/>
            <pc:sldMk cId="33216665" sldId="320"/>
            <ac:spMk id="3" creationId="{445F4D07-52C3-2242-D53F-5C3C43410E37}"/>
          </ac:spMkLst>
        </pc:spChg>
        <pc:spChg chg="mod">
          <ac:chgData name="SAI VARSHITHA VEERAMACHANENI" userId="781f9b6b12c6d1f7" providerId="LiveId" clId="{B180296E-291D-4D54-958B-9416DA5B563B}" dt="2026-07-29T04:19:24.411" v="156" actId="20577"/>
          <ac:spMkLst>
            <pc:docMk/>
            <pc:sldMk cId="33216665" sldId="320"/>
            <ac:spMk id="1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B02FD-14F7-4F3A-BEAA-148A57A5B91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EF7CA-7619-411D-B2A0-18B4C1376A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5" name="Google Shape;185;g366dfe6d78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2b4526a9a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6" name="Google Shape;126;g382b4526a9a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61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0302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7875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5329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79DE4-ED9B-4899-8863-9D6EE649D38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0BB1A-948A-4AAD-91C1-B18B809890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6099" y="1458244"/>
            <a:ext cx="10874925" cy="3117773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RailVisionNet : Smart Railway Track Crack Detection Using Computer Vision,YOLOv12,U-Net++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DSA0204 - Computer Vision with OpenCV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solidFill>
                <a:srgbClr val="C00000"/>
              </a:solidFill>
            </a:endParaRPr>
          </a:p>
        </p:txBody>
      </p:sp>
      <p:pic>
        <p:nvPicPr>
          <p:cNvPr id="2050" name="Picture 2" descr="SIMATS ENGINEERING —BIOTECHNOLOG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8463" y="4231535"/>
            <a:ext cx="5383527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GUIDED BY:</a:t>
            </a:r>
          </a:p>
          <a:p>
            <a:r>
              <a:rPr lang="en-IN" sz="2400" dirty="0">
                <a:latin typeface="Times New Roman" panose="02020603050405020304"/>
                <a:cs typeface="Times New Roman" panose="02020603050405020304"/>
              </a:rPr>
              <a:t>Dr. </a:t>
            </a:r>
            <a:r>
              <a:rPr lang="en-US" altLang="en-IN" sz="2400" dirty="0">
                <a:latin typeface="Times New Roman" panose="02020603050405020304"/>
                <a:cs typeface="Times New Roman" panose="02020603050405020304"/>
              </a:rPr>
              <a:t>G.A.Senthil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/>
                <a:cs typeface="Times New Roman" panose="02020603050405020304"/>
              </a:rPr>
              <a:t>SIMATS ENGINEERING</a:t>
            </a:r>
          </a:p>
          <a:p>
            <a:r>
              <a:rPr lang="en-IN" sz="2400" dirty="0">
                <a:latin typeface="Times New Roman" panose="02020603050405020304"/>
                <a:cs typeface="Times New Roman" panose="02020603050405020304"/>
              </a:rPr>
              <a:t>CHENNAI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3967" y="4416201"/>
            <a:ext cx="4618267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PRESENTED BY:</a:t>
            </a:r>
          </a:p>
          <a:p>
            <a:r>
              <a:rPr lang="en-US" altLang="en-IN" sz="2400" spc="-25" dirty="0">
                <a:latin typeface="Times New Roman" panose="02020603050405020304"/>
                <a:cs typeface="Times New Roman" panose="02020603050405020304"/>
              </a:rPr>
              <a:t>V.Sri Sadhvik(192424289).</a:t>
            </a:r>
            <a:br>
              <a:rPr lang="en-US" altLang="en-IN" sz="2400" spc="-25" dirty="0">
                <a:latin typeface="Times New Roman" panose="02020603050405020304"/>
                <a:cs typeface="Times New Roman" panose="02020603050405020304"/>
              </a:rPr>
            </a:br>
            <a:r>
              <a:rPr lang="en-US" altLang="en-IN" sz="2400" spc="-25" dirty="0">
                <a:latin typeface="Times New Roman" panose="02020603050405020304"/>
                <a:cs typeface="Times New Roman" panose="02020603050405020304"/>
              </a:rPr>
              <a:t>K.Sampath Reddy(192424295).</a:t>
            </a:r>
          </a:p>
          <a:p>
            <a:r>
              <a:rPr lang="en-US" altLang="en-US" sz="2400" spc="-25" dirty="0">
                <a:latin typeface="Times New Roman" panose="02020603050405020304"/>
                <a:cs typeface="Times New Roman" panose="02020603050405020304"/>
              </a:rPr>
              <a:t>G.Kushwanth (192424150).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508" y="491481"/>
            <a:ext cx="541212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62944" y="1987025"/>
            <a:ext cx="1044924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transportation is one of the safest and most widely used modes of transport worldwide.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tracks continuously experience heavy loads, weather effects, and material fatigue.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cracks can gradually grow into major defects, leading to derailments and accidents.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inspections are slow, labor-intensive, expensive, and prone to human error.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Computer Vision enable automated, faster, and more accurate inspections.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RailVisionNet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YOLOv12 for defect detection and U-Net++ for precise crack segmentation.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supports real-time monitoring and predictive railway maintenance.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1673" y="355856"/>
            <a:ext cx="541212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27" y="0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17422"/>
            <a:ext cx="1520062" cy="134289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36E2F1-3740-DF80-4BD5-AA275A9E9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390274"/>
              </p:ext>
            </p:extLst>
          </p:nvPr>
        </p:nvGraphicFramePr>
        <p:xfrm>
          <a:off x="556591" y="1451113"/>
          <a:ext cx="11261035" cy="520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207">
                  <a:extLst>
                    <a:ext uri="{9D8B030D-6E8A-4147-A177-3AD203B41FA5}">
                      <a16:colId xmlns:a16="http://schemas.microsoft.com/office/drawing/2014/main" val="1571925308"/>
                    </a:ext>
                  </a:extLst>
                </a:gridCol>
                <a:gridCol w="2252207">
                  <a:extLst>
                    <a:ext uri="{9D8B030D-6E8A-4147-A177-3AD203B41FA5}">
                      <a16:colId xmlns:a16="http://schemas.microsoft.com/office/drawing/2014/main" val="790001987"/>
                    </a:ext>
                  </a:extLst>
                </a:gridCol>
                <a:gridCol w="2252207">
                  <a:extLst>
                    <a:ext uri="{9D8B030D-6E8A-4147-A177-3AD203B41FA5}">
                      <a16:colId xmlns:a16="http://schemas.microsoft.com/office/drawing/2014/main" val="2232511938"/>
                    </a:ext>
                  </a:extLst>
                </a:gridCol>
                <a:gridCol w="2252207">
                  <a:extLst>
                    <a:ext uri="{9D8B030D-6E8A-4147-A177-3AD203B41FA5}">
                      <a16:colId xmlns:a16="http://schemas.microsoft.com/office/drawing/2014/main" val="3926084743"/>
                    </a:ext>
                  </a:extLst>
                </a:gridCol>
                <a:gridCol w="2252207">
                  <a:extLst>
                    <a:ext uri="{9D8B030D-6E8A-4147-A177-3AD203B41FA5}">
                      <a16:colId xmlns:a16="http://schemas.microsoft.com/office/drawing/2014/main" val="4227713281"/>
                    </a:ext>
                  </a:extLst>
                </a:gridCol>
              </a:tblGrid>
              <a:tr h="58859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Techniques Used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562125"/>
                  </a:ext>
                </a:extLst>
              </a:tr>
              <a:tr h="1195637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(2024)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Railway Surface Defect Detection Using YOLO-Based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object detection, Computer Vision,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high-speed railway defect detection with improved accuracy and real-time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Pixel-level crack segmentation and severity analysis were not included.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898498"/>
                  </a:ext>
                </a:extLst>
              </a:tr>
              <a:tr h="1358678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Zou et al. (2023)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Railway Track Inspection Using Computer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Image Processing, 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railway inspection reduced manual effort and improved detection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performance under poor lighting and adverse weather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5804321"/>
                  </a:ext>
                </a:extLst>
              </a:tr>
              <a:tr h="119563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 (2023)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Railway Crack Segmentation Using U-Net++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U-Net++, Semantic Segmentation, Data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U-Net++ produced accurate crack boundary segmentation with high IoU scores.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object detection and integrated monitoring systems were not implemented.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473337"/>
                  </a:ext>
                </a:extLst>
              </a:tr>
              <a:tr h="869554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 (2024)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Predictive Maintenance for Railway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IoT Sensors, Predictive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enabled early fault detection and optimized maintenance scheduling.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sensor data rather than image-based crack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6292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508" y="443991"/>
            <a:ext cx="5412120" cy="8382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52711" y="3139016"/>
            <a:ext cx="530915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22564" y="2022706"/>
            <a:ext cx="933366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track inspection mainly depends on manual visual inspections.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cracks are often difficult to identify during routine inspections.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crack detection increases maintenance costs and safety risks.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inspection methods require specialized vehicles and skilled personnel.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such as rain, dust, and poor lighting reduce inspection accuracy.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continuous monitoring may result in unexpected railway failures.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intelligent, automated, and real-time crack detection system.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43727" y="418579"/>
            <a:ext cx="9072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Picture 4" descr="10 best factors to consider to choose a WordPress theme"/>
          <p:cNvPicPr>
            <a:picLocks noChangeAspect="1"/>
          </p:cNvPicPr>
          <p:nvPr/>
        </p:nvPicPr>
        <p:blipFill>
          <a:blip r:embed="rId4"/>
          <a:srcRect t="451" r="-323" b="303"/>
          <a:stretch>
            <a:fillRect/>
          </a:stretch>
        </p:blipFill>
        <p:spPr>
          <a:xfrm>
            <a:off x="8241827" y="1997942"/>
            <a:ext cx="3490324" cy="3658948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05924" y="1997942"/>
            <a:ext cx="743590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railway crack detection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identify railway track defects from images and videos.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cracks accurately using YOLOv12.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pixel-level crack segmentation using U-Net++.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crack severity for maintenance prioritization.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automatic alerts for railway authorities.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railway safety while reducing inspection time and operational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584" y="162304"/>
            <a:ext cx="9081248" cy="115747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Architecture diagram</a:t>
            </a:r>
            <a:endParaRPr lang="en-US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Picture 4" descr="A logo with letters and number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pic>
        <p:nvPicPr>
          <p:cNvPr id="7" name="Picture 6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l="1628" t="11653" r="1319" b="2426"/>
          <a:stretch>
            <a:fillRect/>
          </a:stretch>
        </p:blipFill>
        <p:spPr>
          <a:xfrm>
            <a:off x="77118" y="1652530"/>
            <a:ext cx="12114882" cy="5043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ctrTitle"/>
          </p:nvPr>
        </p:nvSpPr>
        <p:spPr>
          <a:xfrm>
            <a:off x="1255400" y="7211"/>
            <a:ext cx="9681200" cy="13933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01:Railway Track Image Acquisition &amp; Preprocessing</a:t>
            </a: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986467" y="141514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78700" y="141514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F9CF05-66AF-F013-7A88-B093C60ED907}"/>
              </a:ext>
            </a:extLst>
          </p:cNvPr>
          <p:cNvSpPr txBox="1"/>
          <p:nvPr/>
        </p:nvSpPr>
        <p:spPr>
          <a:xfrm>
            <a:off x="692116" y="1865175"/>
            <a:ext cx="92359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images using drones, inspection vehicles, CCTV cameras, or mobile devices.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high-resolution images under various weather and lighting conditions.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image noise using Gaussian and Median filtering techniques.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image quality through histogram equalization and contrast adjustment.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images for deep learning model compatibility.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augmentation (rotation, flipping, brightness adjustment) to improve model robustness.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clean and standardized datasets for model training.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107401" y="504625"/>
            <a:ext cx="10035600" cy="8040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02:Crack Detection &amp; Segmentation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B9B7F9-2E2B-45DB-6516-DBCC1CC4C28D}"/>
              </a:ext>
            </a:extLst>
          </p:cNvPr>
          <p:cNvSpPr txBox="1"/>
          <p:nvPr/>
        </p:nvSpPr>
        <p:spPr>
          <a:xfrm>
            <a:off x="934279" y="1892400"/>
            <a:ext cx="82320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YOLOv12 detects cracks and localizes damaged regions in real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 identify the exact crack location.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 performs detailed pixel-level segmentation of crack areas.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crack length, width, and affected surface area.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cracks based on severity (Minor, Moderate, Severe).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false detections using confidence thresholds.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highly accurate defect maps for maintenance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1003560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03: Alert &amp; Monitoring System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301051-8D55-F8F2-A4D7-59E070ABEF55}"/>
              </a:ext>
            </a:extLst>
          </p:cNvPr>
          <p:cNvSpPr txBox="1"/>
          <p:nvPr/>
        </p:nvSpPr>
        <p:spPr>
          <a:xfrm>
            <a:off x="908618" y="2040838"/>
            <a:ext cx="803908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detected crack information in a centralized database.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instant maintenance alerts for critical defects.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crack locations on an interactive monitoring dashboard.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GPS coordinates for accurate defect localization.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repairs based on crack severity levels.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historical inspection records for predictive maintenance.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remote monitoring through cloud-based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Architecture Diagram </a:t>
            </a: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AutoShape 2" descr="RailVisionNet Railway Crack Detection Architecture">
            <a:extLst>
              <a:ext uri="{FF2B5EF4-FFF2-40B4-BE49-F238E27FC236}">
                <a16:creationId xmlns:a16="http://schemas.microsoft.com/office/drawing/2014/main" id="{27E359AD-BC00-62ED-CB6F-1DFE84950D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47DE5-C1A8-2777-5BC2-1C95253B4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026" y="1419819"/>
            <a:ext cx="8368748" cy="520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4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BFAD6E-A433-B5C5-09A1-D05F6116C98D}"/>
              </a:ext>
            </a:extLst>
          </p:cNvPr>
          <p:cNvSpPr txBox="1"/>
          <p:nvPr/>
        </p:nvSpPr>
        <p:spPr>
          <a:xfrm>
            <a:off x="1107401" y="1990493"/>
            <a:ext cx="6097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railway cracks with high precision and accuracy.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real-time defect detection from images and videos.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detailed segmentation masks for crack regions.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inspection efforts significantly.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maintenance planning using severity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continuous railway infrastructure monitoring.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railway operational safety.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043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0271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276366" y="485181"/>
            <a:ext cx="9517530" cy="79305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5F4D07-52C3-2242-D53F-5C3C43410E37}"/>
              </a:ext>
            </a:extLst>
          </p:cNvPr>
          <p:cNvSpPr txBox="1"/>
          <p:nvPr/>
        </p:nvSpPr>
        <p:spPr>
          <a:xfrm>
            <a:off x="593984" y="1681732"/>
            <a:ext cx="85600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RailVisionNet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intelligent solution for railway crack detection.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YOLOv12 enables fast and accurate real-time defect detection.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 improves crack localization through precise segmentation.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alerts support timely maintenance decisions.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monitoring enhances railway infrastructure reliability.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reduces accidents caused by undetected track defects.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contributes to building safer and smarter railway transportation systems.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 </a:t>
            </a:r>
            <a:endParaRPr sz="440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4F1138-3177-1E0D-FF14-7F2B6AC84C20}"/>
              </a:ext>
            </a:extLst>
          </p:cNvPr>
          <p:cNvSpPr txBox="1"/>
          <p:nvPr/>
        </p:nvSpPr>
        <p:spPr>
          <a:xfrm>
            <a:off x="544769" y="1683029"/>
            <a:ext cx="110049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Zou, Q., Zhang, Z., Li, Q., et al. (2023). Deep Learning-Based Railway Track Inspection Using Computer Vision. IEEE Access.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Y., Wang, H., &amp; Chen, X. (2024). Rail Surface Defect Detection Using YOLO-Based Deep Neural Networks. Expert Systems with Applications.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Intelligent Transportation Systems (2023). Automated Railway Track Defect Detection Using Deep Learning.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MDPI Sensors (2024). Computer Vision-Based Crack Detection for Smart Railway Infrastructure.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Rail (UK) – AI Track Inspection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(2023–2024).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Railways – Artificial Intelligence for Track Inspection &amp; Predictive Maintenance (2024–2025).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Deutsche Bahn (Germany) – AI-Powered Railway Infrastructure Monitoring (2023–2024).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Thank You Slide Template for Power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Implementation</a:t>
            </a:r>
            <a:endParaRPr sz="440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165167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0" y="-1676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89191"/>
            <a:ext cx="6497721" cy="316151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222" y="3947641"/>
            <a:ext cx="6584807" cy="29103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165167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0" y="-1676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743" y="3374229"/>
            <a:ext cx="6738257" cy="35049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65392"/>
            <a:ext cx="5551714" cy="29910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sz="4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" name="Picture 1" descr="Conclusion Vector Outline Icon Design Illustration Assessment Symbol On ..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583" y="2342406"/>
            <a:ext cx="3582539" cy="3081618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1885" y="1621058"/>
            <a:ext cx="838585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platform enables real-time monitoring and assessment of ICU patient conditions.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help predict patient severity and support accurate prioritization of critical care resources.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resource allocation optimizes the utilization of ICU beds, medical equipment, and healthcare staff.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clinical decision support assists healthcare professionals in making timely and informed treatment decisions.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framework improves patient outcomes, reduces resource wastage, and enhances the overall efficiency of critical healthcare services.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820318" y="278836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scope</a:t>
            </a:r>
            <a:endParaRPr sz="4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 descr="Premium Vector | Vector Design Eye Recognition Icon Sty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84" y="2299709"/>
            <a:ext cx="2743200" cy="2743200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42657" y="1450263"/>
            <a:ext cx="804454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AI and Deep Learning algorithms to improve the accuracy of patient severity prediction and clinical decision-making.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IoT-enabled medical devices for continuous real-time monitoring of patient vital signs.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platform across multiple hospitals to enable regional resource sharing and coordinated critical care management.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and cloud-based applications for remote monitoring and access by healthcare professionals.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predictive analytics for outbreak and emergency preparedness to optimize resource planning and improve healthcare response capabilities.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1148</Words>
  <Application>Microsoft Office PowerPoint</Application>
  <PresentationFormat>Widescreen</PresentationFormat>
  <Paragraphs>176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Wingdings</vt:lpstr>
      <vt:lpstr>Office Theme</vt:lpstr>
      <vt:lpstr>RailVisionNet : Smart Railway Track Crack Detection Using Computer Vision,YOLOv12,U-Net++ DSA0204 - Computer Vision with OpenCV  </vt:lpstr>
      <vt:lpstr>Introduction</vt:lpstr>
      <vt:lpstr>Literature survey</vt:lpstr>
      <vt:lpstr>Problem statement</vt:lpstr>
      <vt:lpstr>PowerPoint Presentation</vt:lpstr>
      <vt:lpstr>Architecture diagram</vt:lpstr>
      <vt:lpstr>Module 01:Railway Track Image Acquisition &amp; Preprocessing</vt:lpstr>
      <vt:lpstr>Module 02:Crack Detection &amp; Segmentation</vt:lpstr>
      <vt:lpstr>Module 03: Alert &amp; Monitoring System</vt:lpstr>
      <vt:lpstr>Architecture Diagram </vt:lpstr>
      <vt:lpstr>Results</vt:lpstr>
      <vt:lpstr>Output</vt:lpstr>
      <vt:lpstr>Conclusion</vt:lpstr>
      <vt:lpstr>References </vt:lpstr>
      <vt:lpstr>PowerPoint Presentation</vt:lpstr>
      <vt:lpstr>Implementation</vt:lpstr>
      <vt:lpstr>PowerPoint Presentation</vt:lpstr>
      <vt:lpstr>Conclusion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SAI VARSHITHA VEERAMACHANENI</cp:lastModifiedBy>
  <cp:revision>2</cp:revision>
  <dcterms:created xsi:type="dcterms:W3CDTF">2026-07-26T10:45:00Z</dcterms:created>
  <dcterms:modified xsi:type="dcterms:W3CDTF">2026-07-29T04:51:58Z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F70BF15773574157AB6317BC8ED98B7D_13</vt:lpwstr>
  </property>
</Properties>
</file>